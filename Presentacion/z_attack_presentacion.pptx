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ade Gamer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6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31.pn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42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42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46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83299" y="7687654"/>
            <a:ext cx="2776001" cy="2599346"/>
          </a:xfrm>
          <a:custGeom>
            <a:avLst/>
            <a:gdLst/>
            <a:ahLst/>
            <a:cxnLst/>
            <a:rect r="r" b="b" t="t" l="l"/>
            <a:pathLst>
              <a:path h="2599346" w="2776001">
                <a:moveTo>
                  <a:pt x="0" y="0"/>
                </a:moveTo>
                <a:lnTo>
                  <a:pt x="2776001" y="0"/>
                </a:lnTo>
                <a:lnTo>
                  <a:pt x="2776001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7687654"/>
            <a:ext cx="2776001" cy="2599346"/>
          </a:xfrm>
          <a:custGeom>
            <a:avLst/>
            <a:gdLst/>
            <a:ahLst/>
            <a:cxnLst/>
            <a:rect r="r" b="b" t="t" l="l"/>
            <a:pathLst>
              <a:path h="2599346" w="2776001">
                <a:moveTo>
                  <a:pt x="2776001" y="0"/>
                </a:moveTo>
                <a:lnTo>
                  <a:pt x="0" y="0"/>
                </a:lnTo>
                <a:lnTo>
                  <a:pt x="0" y="2599346"/>
                </a:lnTo>
                <a:lnTo>
                  <a:pt x="2776001" y="2599346"/>
                </a:lnTo>
                <a:lnTo>
                  <a:pt x="27760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8251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0" y="0"/>
                </a:moveTo>
                <a:lnTo>
                  <a:pt x="2569789" y="0"/>
                </a:lnTo>
                <a:lnTo>
                  <a:pt x="2569789" y="747575"/>
                </a:lnTo>
                <a:lnTo>
                  <a:pt x="0" y="747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689960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2569789" y="0"/>
                </a:moveTo>
                <a:lnTo>
                  <a:pt x="0" y="0"/>
                </a:lnTo>
                <a:lnTo>
                  <a:pt x="0" y="747575"/>
                </a:lnTo>
                <a:lnTo>
                  <a:pt x="2569789" y="747575"/>
                </a:lnTo>
                <a:lnTo>
                  <a:pt x="25697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089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0" y="0"/>
                </a:moveTo>
                <a:lnTo>
                  <a:pt x="2599346" y="0"/>
                </a:lnTo>
                <a:lnTo>
                  <a:pt x="2599346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13776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2599346" y="0"/>
                </a:moveTo>
                <a:lnTo>
                  <a:pt x="0" y="0"/>
                </a:lnTo>
                <a:lnTo>
                  <a:pt x="0" y="2599346"/>
                </a:lnTo>
                <a:lnTo>
                  <a:pt x="2599346" y="2599346"/>
                </a:lnTo>
                <a:lnTo>
                  <a:pt x="25993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296" y="6172200"/>
            <a:ext cx="845404" cy="4114800"/>
          </a:xfrm>
          <a:custGeom>
            <a:avLst/>
            <a:gdLst/>
            <a:ahLst/>
            <a:cxnLst/>
            <a:rect r="r" b="b" t="t" l="l"/>
            <a:pathLst>
              <a:path h="4114800" w="845404">
                <a:moveTo>
                  <a:pt x="0" y="0"/>
                </a:moveTo>
                <a:lnTo>
                  <a:pt x="845404" y="0"/>
                </a:lnTo>
                <a:lnTo>
                  <a:pt x="845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259300" y="6172200"/>
            <a:ext cx="845404" cy="4114800"/>
          </a:xfrm>
          <a:custGeom>
            <a:avLst/>
            <a:gdLst/>
            <a:ahLst/>
            <a:cxnLst/>
            <a:rect r="r" b="b" t="t" l="l"/>
            <a:pathLst>
              <a:path h="4114800" w="845404">
                <a:moveTo>
                  <a:pt x="845404" y="0"/>
                </a:moveTo>
                <a:lnTo>
                  <a:pt x="0" y="0"/>
                </a:lnTo>
                <a:lnTo>
                  <a:pt x="0" y="4114800"/>
                </a:lnTo>
                <a:lnTo>
                  <a:pt x="845404" y="4114800"/>
                </a:lnTo>
                <a:lnTo>
                  <a:pt x="8454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17623" y="9407784"/>
            <a:ext cx="1852754" cy="879216"/>
          </a:xfrm>
          <a:custGeom>
            <a:avLst/>
            <a:gdLst/>
            <a:ahLst/>
            <a:cxnLst/>
            <a:rect r="r" b="b" t="t" l="l"/>
            <a:pathLst>
              <a:path h="879216" w="1852754">
                <a:moveTo>
                  <a:pt x="0" y="0"/>
                </a:moveTo>
                <a:lnTo>
                  <a:pt x="1852754" y="0"/>
                </a:lnTo>
                <a:lnTo>
                  <a:pt x="1852754" y="879216"/>
                </a:lnTo>
                <a:lnTo>
                  <a:pt x="0" y="8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42069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0" y="0"/>
                </a:moveTo>
                <a:lnTo>
                  <a:pt x="1826746" y="0"/>
                </a:lnTo>
                <a:lnTo>
                  <a:pt x="1826746" y="657628"/>
                </a:lnTo>
                <a:lnTo>
                  <a:pt x="0" y="657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70875" y="9420673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0" y="0"/>
                </a:moveTo>
                <a:lnTo>
                  <a:pt x="2268953" y="0"/>
                </a:lnTo>
                <a:lnTo>
                  <a:pt x="2268953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0919185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1826746" y="0"/>
                </a:moveTo>
                <a:lnTo>
                  <a:pt x="0" y="0"/>
                </a:lnTo>
                <a:lnTo>
                  <a:pt x="0" y="657628"/>
                </a:lnTo>
                <a:lnTo>
                  <a:pt x="1826746" y="657628"/>
                </a:lnTo>
                <a:lnTo>
                  <a:pt x="182674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148172" y="9407784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2268953" y="0"/>
                </a:moveTo>
                <a:lnTo>
                  <a:pt x="0" y="0"/>
                </a:lnTo>
                <a:lnTo>
                  <a:pt x="0" y="866328"/>
                </a:lnTo>
                <a:lnTo>
                  <a:pt x="2268953" y="866328"/>
                </a:lnTo>
                <a:lnTo>
                  <a:pt x="226895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12771" y="1028700"/>
            <a:ext cx="3862457" cy="4164375"/>
          </a:xfrm>
          <a:custGeom>
            <a:avLst/>
            <a:gdLst/>
            <a:ahLst/>
            <a:cxnLst/>
            <a:rect r="r" b="b" t="t" l="l"/>
            <a:pathLst>
              <a:path h="4164375" w="3862457">
                <a:moveTo>
                  <a:pt x="0" y="0"/>
                </a:moveTo>
                <a:lnTo>
                  <a:pt x="3862458" y="0"/>
                </a:lnTo>
                <a:lnTo>
                  <a:pt x="3862458" y="4164375"/>
                </a:lnTo>
                <a:lnTo>
                  <a:pt x="0" y="4164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711215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940399" y="9258300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14696" y="9167784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8"/>
                </a:lnTo>
                <a:lnTo>
                  <a:pt x="0" y="13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059208" y="9180672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23045" y="9180672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9514" y="8987327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748280" y="9167784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8"/>
                </a:lnTo>
                <a:lnTo>
                  <a:pt x="0" y="13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064763" y="9167784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8"/>
                </a:lnTo>
                <a:lnTo>
                  <a:pt x="0" y="13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409765" y="9180672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78532" y="9167784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8"/>
                </a:lnTo>
                <a:lnTo>
                  <a:pt x="0" y="13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147300" y="9154895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016067" y="9142007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8"/>
                </a:lnTo>
                <a:lnTo>
                  <a:pt x="0" y="134632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552140" y="9180672"/>
            <a:ext cx="911361" cy="1346329"/>
          </a:xfrm>
          <a:custGeom>
            <a:avLst/>
            <a:gdLst/>
            <a:ahLst/>
            <a:cxnLst/>
            <a:rect r="r" b="b" t="t" l="l"/>
            <a:pathLst>
              <a:path h="1346329" w="911361">
                <a:moveTo>
                  <a:pt x="0" y="0"/>
                </a:moveTo>
                <a:lnTo>
                  <a:pt x="911361" y="0"/>
                </a:lnTo>
                <a:lnTo>
                  <a:pt x="911361" y="1346329"/>
                </a:lnTo>
                <a:lnTo>
                  <a:pt x="0" y="134632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351938" y="7598453"/>
            <a:ext cx="1584124" cy="2675659"/>
          </a:xfrm>
          <a:custGeom>
            <a:avLst/>
            <a:gdLst/>
            <a:ahLst/>
            <a:cxnLst/>
            <a:rect r="r" b="b" t="t" l="l"/>
            <a:pathLst>
              <a:path h="2675659" w="1584124">
                <a:moveTo>
                  <a:pt x="0" y="0"/>
                </a:moveTo>
                <a:lnTo>
                  <a:pt x="1584124" y="0"/>
                </a:lnTo>
                <a:lnTo>
                  <a:pt x="1584124" y="2675659"/>
                </a:lnTo>
                <a:lnTo>
                  <a:pt x="0" y="26756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85025" y="3457595"/>
            <a:ext cx="15956951" cy="345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8"/>
              </a:lnSpc>
              <a:spcBef>
                <a:spcPct val="0"/>
              </a:spcBef>
            </a:pPr>
            <a:r>
              <a:rPr lang="en-US" sz="1928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Z ATTACK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46246" y="6647376"/>
            <a:ext cx="10834509" cy="62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sz="36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Luis Arias, Alonso Aréchiga, Adolfo Hernández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4885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0" y="0"/>
                </a:moveTo>
                <a:lnTo>
                  <a:pt x="2882084" y="0"/>
                </a:lnTo>
                <a:lnTo>
                  <a:pt x="2882084" y="5764168"/>
                </a:lnTo>
                <a:lnTo>
                  <a:pt x="0" y="576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71031" y="4522832"/>
            <a:ext cx="2882084" cy="5764168"/>
          </a:xfrm>
          <a:custGeom>
            <a:avLst/>
            <a:gdLst/>
            <a:ahLst/>
            <a:cxnLst/>
            <a:rect r="r" b="b" t="t" l="l"/>
            <a:pathLst>
              <a:path h="5764168" w="2882084">
                <a:moveTo>
                  <a:pt x="2882084" y="0"/>
                </a:moveTo>
                <a:lnTo>
                  <a:pt x="0" y="0"/>
                </a:lnTo>
                <a:lnTo>
                  <a:pt x="0" y="5764168"/>
                </a:lnTo>
                <a:lnTo>
                  <a:pt x="2882084" y="5764168"/>
                </a:lnTo>
                <a:lnTo>
                  <a:pt x="28820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30752" y="7711881"/>
            <a:ext cx="5426497" cy="2575119"/>
          </a:xfrm>
          <a:custGeom>
            <a:avLst/>
            <a:gdLst/>
            <a:ahLst/>
            <a:cxnLst/>
            <a:rect r="r" b="b" t="t" l="l"/>
            <a:pathLst>
              <a:path h="2575119" w="5426497">
                <a:moveTo>
                  <a:pt x="0" y="0"/>
                </a:moveTo>
                <a:lnTo>
                  <a:pt x="5426496" y="0"/>
                </a:lnTo>
                <a:lnTo>
                  <a:pt x="5426496" y="2575119"/>
                </a:lnTo>
                <a:lnTo>
                  <a:pt x="0" y="25751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01415" y="1047706"/>
            <a:ext cx="14285170" cy="161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6"/>
              </a:lnSpc>
              <a:spcBef>
                <a:spcPct val="0"/>
              </a:spcBef>
            </a:pPr>
            <a:r>
              <a:rPr lang="en-US" sz="9054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ELEVATOR PITCH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901719" y="266003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36089" y="492377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0" y="0"/>
                </a:moveTo>
                <a:lnTo>
                  <a:pt x="4453058" y="0"/>
                </a:lnTo>
                <a:lnTo>
                  <a:pt x="4453058" y="793454"/>
                </a:lnTo>
                <a:lnTo>
                  <a:pt x="0" y="793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571031" y="235246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32629" y="6658397"/>
            <a:ext cx="2822743" cy="4169961"/>
          </a:xfrm>
          <a:custGeom>
            <a:avLst/>
            <a:gdLst/>
            <a:ahLst/>
            <a:cxnLst/>
            <a:rect r="r" b="b" t="t" l="l"/>
            <a:pathLst>
              <a:path h="4169961" w="2822743">
                <a:moveTo>
                  <a:pt x="0" y="0"/>
                </a:moveTo>
                <a:lnTo>
                  <a:pt x="2822742" y="0"/>
                </a:lnTo>
                <a:lnTo>
                  <a:pt x="2822742" y="4169961"/>
                </a:lnTo>
                <a:lnTo>
                  <a:pt x="0" y="4169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14653" y="3033856"/>
            <a:ext cx="9858694" cy="3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 Attack es un rogulike de estrategia, movimientos y pensamiento rapido con cartas y habilidades que crean muchos estilos de gameplay y hacen que cada partida sea unica.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 partida consiste en destruir todos los outposts enemigos y evitar todas las trampas para poder atacar una base principal y pasar el nivel. Al pasar el nivel podras elegir una carta de tu deck armado que podras usar en cualquier punto de tu run.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 mas avances, mas dificil se pondra, mas enemigos habra pero mas experiencia podras ganar, con la cual puedes desbloquear nuevas cartas para añadirlas a tu deck y poder adaptar nuevos estilos de juego.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4399" y="5558342"/>
            <a:ext cx="6266896" cy="4728658"/>
          </a:xfrm>
          <a:custGeom>
            <a:avLst/>
            <a:gdLst/>
            <a:ahLst/>
            <a:cxnLst/>
            <a:rect r="r" b="b" t="t" l="l"/>
            <a:pathLst>
              <a:path h="4728658" w="6266896">
                <a:moveTo>
                  <a:pt x="0" y="0"/>
                </a:moveTo>
                <a:lnTo>
                  <a:pt x="6266897" y="0"/>
                </a:lnTo>
                <a:lnTo>
                  <a:pt x="6266897" y="4728658"/>
                </a:lnTo>
                <a:lnTo>
                  <a:pt x="0" y="472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043035" y="8676449"/>
            <a:ext cx="4473754" cy="1610551"/>
          </a:xfrm>
          <a:custGeom>
            <a:avLst/>
            <a:gdLst/>
            <a:ahLst/>
            <a:cxnLst/>
            <a:rect r="r" b="b" t="t" l="l"/>
            <a:pathLst>
              <a:path h="1610551" w="4473754">
                <a:moveTo>
                  <a:pt x="4473753" y="0"/>
                </a:moveTo>
                <a:lnTo>
                  <a:pt x="0" y="0"/>
                </a:lnTo>
                <a:lnTo>
                  <a:pt x="0" y="1610551"/>
                </a:lnTo>
                <a:lnTo>
                  <a:pt x="4473753" y="1610551"/>
                </a:lnTo>
                <a:lnTo>
                  <a:pt x="44737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1552" y="4628850"/>
            <a:ext cx="3775529" cy="5658150"/>
          </a:xfrm>
          <a:custGeom>
            <a:avLst/>
            <a:gdLst/>
            <a:ahLst/>
            <a:cxnLst/>
            <a:rect r="r" b="b" t="t" l="l"/>
            <a:pathLst>
              <a:path h="5658150" w="3775529">
                <a:moveTo>
                  <a:pt x="0" y="0"/>
                </a:moveTo>
                <a:lnTo>
                  <a:pt x="3775530" y="0"/>
                </a:lnTo>
                <a:lnTo>
                  <a:pt x="3775530" y="5658150"/>
                </a:lnTo>
                <a:lnTo>
                  <a:pt x="0" y="565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24485" y="8938950"/>
            <a:ext cx="2840719" cy="1348050"/>
          </a:xfrm>
          <a:custGeom>
            <a:avLst/>
            <a:gdLst/>
            <a:ahLst/>
            <a:cxnLst/>
            <a:rect r="r" b="b" t="t" l="l"/>
            <a:pathLst>
              <a:path h="1348050" w="2840719">
                <a:moveTo>
                  <a:pt x="0" y="0"/>
                </a:moveTo>
                <a:lnTo>
                  <a:pt x="2840719" y="0"/>
                </a:lnTo>
                <a:lnTo>
                  <a:pt x="2840719" y="1348050"/>
                </a:lnTo>
                <a:lnTo>
                  <a:pt x="0" y="1348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681517" y="409711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25333" y="562555"/>
            <a:ext cx="2908065" cy="518164"/>
          </a:xfrm>
          <a:custGeom>
            <a:avLst/>
            <a:gdLst/>
            <a:ahLst/>
            <a:cxnLst/>
            <a:rect r="r" b="b" t="t" l="l"/>
            <a:pathLst>
              <a:path h="518164" w="2908065">
                <a:moveTo>
                  <a:pt x="0" y="0"/>
                </a:moveTo>
                <a:lnTo>
                  <a:pt x="2908066" y="0"/>
                </a:lnTo>
                <a:lnTo>
                  <a:pt x="2908066" y="518164"/>
                </a:lnTo>
                <a:lnTo>
                  <a:pt x="0" y="518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17831" y="7321168"/>
            <a:ext cx="1762872" cy="2938120"/>
          </a:xfrm>
          <a:custGeom>
            <a:avLst/>
            <a:gdLst/>
            <a:ahLst/>
            <a:cxnLst/>
            <a:rect r="r" b="b" t="t" l="l"/>
            <a:pathLst>
              <a:path h="2938120" w="1762872">
                <a:moveTo>
                  <a:pt x="0" y="0"/>
                </a:moveTo>
                <a:lnTo>
                  <a:pt x="1762872" y="0"/>
                </a:lnTo>
                <a:lnTo>
                  <a:pt x="1762872" y="2938120"/>
                </a:lnTo>
                <a:lnTo>
                  <a:pt x="0" y="29381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14399" y="1586546"/>
            <a:ext cx="7711389" cy="17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DESCRIPCIÓN BÁSICA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3692" y="1700846"/>
            <a:ext cx="9780218" cy="515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  <a:spcBef>
                <a:spcPct val="0"/>
              </a:spcBef>
            </a:pPr>
            <a:r>
              <a:rPr lang="en-US" sz="21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 Attack es un juego de zombies rouguelike, con ambientacion post-apocaliptica con elementos de cartas y estratégia. Cada partida consiste en stages compuestos por 3 niveles donde debes atacar las bases enemigas y destruirlas para poder tomar una base central, cada nivel tiene enemigos de forma random y obstaculos que pueden ayudar o perjudicar al jugador. Tu deberas mover al heroe zombie que hayas elegido a travez del nivel esquivando balas. Para destruir a tus enemigos puedes utilizar las cartas que tienes en tu deck que vayas eligiendo por nivel, estas pueden ser powerups temporales o cambios de estadisticas. Tambien puedes usar tus habilidades especiales, una defensiva y otra ofensiva por heroe que tienen un cooldown pero son muy utiles. La dificultas aumenta en cada stage y entre mas lejos llegues, mas experiencia ganaras. Esta experiencia la puedes usar luego para debloquear nuevas cartas y añadirlas a tu deck, dependiendo de las cartas que te toquen puedes adaptar diferentes estilos de juego.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3432" y="2655122"/>
            <a:ext cx="7631878" cy="7631878"/>
          </a:xfrm>
          <a:custGeom>
            <a:avLst/>
            <a:gdLst/>
            <a:ahLst/>
            <a:cxnLst/>
            <a:rect r="r" b="b" t="t" l="l"/>
            <a:pathLst>
              <a:path h="7631878" w="7631878">
                <a:moveTo>
                  <a:pt x="0" y="0"/>
                </a:moveTo>
                <a:lnTo>
                  <a:pt x="7631879" y="0"/>
                </a:lnTo>
                <a:lnTo>
                  <a:pt x="7631879" y="7631878"/>
                </a:lnTo>
                <a:lnTo>
                  <a:pt x="0" y="7631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31663" y="6172200"/>
            <a:ext cx="2311769" cy="4114800"/>
          </a:xfrm>
          <a:custGeom>
            <a:avLst/>
            <a:gdLst/>
            <a:ahLst/>
            <a:cxnLst/>
            <a:rect r="r" b="b" t="t" l="l"/>
            <a:pathLst>
              <a:path h="4114800" w="2311769">
                <a:moveTo>
                  <a:pt x="0" y="0"/>
                </a:moveTo>
                <a:lnTo>
                  <a:pt x="2311769" y="0"/>
                </a:lnTo>
                <a:lnTo>
                  <a:pt x="2311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8933" y="858073"/>
            <a:ext cx="8920700" cy="17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ELEMENTOS ROUGELITE/TCG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8933" y="3784228"/>
            <a:ext cx="790229" cy="7902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10573" y="3523723"/>
            <a:ext cx="5029969" cy="153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Usaremos un sistema de dificultad progresiva en el que cada vez que el jugador pase una fase los enemigos seran mas fuertes y se le mostraran a los jugadores opciones de cartas de su deck armado para seguir la partida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825" y="3984652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8933" y="5769349"/>
            <a:ext cx="790229" cy="79022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007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10573" y="5754574"/>
            <a:ext cx="5029969" cy="8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  <a:spcBef>
                <a:spcPct val="0"/>
              </a:spcBef>
            </a:pPr>
            <a:r>
              <a:rPr lang="en-US" sz="17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cartas. Seleccionas una nueva carta al terminar los tres stages. Las cartas pueden ser powerups o cambios de estadisticas.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825" y="5969772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9144000" y="1263081"/>
            <a:ext cx="2283604" cy="797185"/>
          </a:xfrm>
          <a:custGeom>
            <a:avLst/>
            <a:gdLst/>
            <a:ahLst/>
            <a:cxnLst/>
            <a:rect r="r" b="b" t="t" l="l"/>
            <a:pathLst>
              <a:path h="797185" w="2283604">
                <a:moveTo>
                  <a:pt x="2283604" y="0"/>
                </a:moveTo>
                <a:lnTo>
                  <a:pt x="0" y="0"/>
                </a:lnTo>
                <a:lnTo>
                  <a:pt x="0" y="797185"/>
                </a:lnTo>
                <a:lnTo>
                  <a:pt x="2283604" y="797185"/>
                </a:lnTo>
                <a:lnTo>
                  <a:pt x="2283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98933" y="7577024"/>
            <a:ext cx="790229" cy="79022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10573" y="7316519"/>
            <a:ext cx="5029969" cy="122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de desbloquo de cartas funciona con lootboxes que te dan una carta dependiendo de cual compres. Cada una tiene diferentes probabilidades basadas en la rareza de la carta.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4825" y="7777448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3432" y="2655122"/>
            <a:ext cx="7631878" cy="7631878"/>
          </a:xfrm>
          <a:custGeom>
            <a:avLst/>
            <a:gdLst/>
            <a:ahLst/>
            <a:cxnLst/>
            <a:rect r="r" b="b" t="t" l="l"/>
            <a:pathLst>
              <a:path h="7631878" w="7631878">
                <a:moveTo>
                  <a:pt x="0" y="0"/>
                </a:moveTo>
                <a:lnTo>
                  <a:pt x="7631879" y="0"/>
                </a:lnTo>
                <a:lnTo>
                  <a:pt x="7631879" y="7631878"/>
                </a:lnTo>
                <a:lnTo>
                  <a:pt x="0" y="7631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31663" y="6172200"/>
            <a:ext cx="2311769" cy="4114800"/>
          </a:xfrm>
          <a:custGeom>
            <a:avLst/>
            <a:gdLst/>
            <a:ahLst/>
            <a:cxnLst/>
            <a:rect r="r" b="b" t="t" l="l"/>
            <a:pathLst>
              <a:path h="4114800" w="2311769">
                <a:moveTo>
                  <a:pt x="0" y="0"/>
                </a:moveTo>
                <a:lnTo>
                  <a:pt x="2311769" y="0"/>
                </a:lnTo>
                <a:lnTo>
                  <a:pt x="2311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8933" y="858073"/>
            <a:ext cx="8920700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RETOS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8933" y="3015711"/>
            <a:ext cx="790229" cy="7902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10573" y="2755206"/>
            <a:ext cx="5029969" cy="122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principio el conectar a API y que quedara bien fue de las primeras cosas mas complicadas en el reto pero lo resolvimos investigando y trabajando los tres juntos para lograrlo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825" y="3216135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8933" y="5000832"/>
            <a:ext cx="790229" cy="79022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007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10573" y="4789805"/>
            <a:ext cx="5029969" cy="118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  <a:spcBef>
                <a:spcPct val="0"/>
              </a:spcBef>
            </a:pPr>
            <a:r>
              <a:rPr lang="en-US" sz="17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principio el ver como implementar varios elementos TCG ya que no estaban considerados en la idea inicial del todo y la tuvimos que cambiar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4825" y="5201255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9144000" y="1263081"/>
            <a:ext cx="2283604" cy="797185"/>
          </a:xfrm>
          <a:custGeom>
            <a:avLst/>
            <a:gdLst/>
            <a:ahLst/>
            <a:cxnLst/>
            <a:rect r="r" b="b" t="t" l="l"/>
            <a:pathLst>
              <a:path h="797185" w="2283604">
                <a:moveTo>
                  <a:pt x="2283604" y="0"/>
                </a:moveTo>
                <a:lnTo>
                  <a:pt x="0" y="0"/>
                </a:lnTo>
                <a:lnTo>
                  <a:pt x="0" y="797185"/>
                </a:lnTo>
                <a:lnTo>
                  <a:pt x="2283604" y="797185"/>
                </a:lnTo>
                <a:lnTo>
                  <a:pt x="2283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4546157" y="631973"/>
            <a:ext cx="4453058" cy="793454"/>
          </a:xfrm>
          <a:custGeom>
            <a:avLst/>
            <a:gdLst/>
            <a:ahLst/>
            <a:cxnLst/>
            <a:rect r="r" b="b" t="t" l="l"/>
            <a:pathLst>
              <a:path h="793454" w="4453058">
                <a:moveTo>
                  <a:pt x="4453058" y="0"/>
                </a:moveTo>
                <a:lnTo>
                  <a:pt x="0" y="0"/>
                </a:lnTo>
                <a:lnTo>
                  <a:pt x="0" y="793454"/>
                </a:lnTo>
                <a:lnTo>
                  <a:pt x="4453058" y="793454"/>
                </a:lnTo>
                <a:lnTo>
                  <a:pt x="44530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98933" y="6808507"/>
            <a:ext cx="790229" cy="79022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10573" y="6548002"/>
            <a:ext cx="5029969" cy="153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Cuando en la semana final se nos dijo que el juego no era tan complejo y tuvimos que agregar muchos elementos extras. Esto lo resolvimos concentrandonos de forma eficiente, la mejor de todo el reto incluso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4825" y="7008931"/>
            <a:ext cx="578444" cy="3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b="true" sz="20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317" y="2363400"/>
            <a:ext cx="8462097" cy="7923600"/>
          </a:xfrm>
          <a:custGeom>
            <a:avLst/>
            <a:gdLst/>
            <a:ahLst/>
            <a:cxnLst/>
            <a:rect r="r" b="b" t="t" l="l"/>
            <a:pathLst>
              <a:path h="7923600" w="8462097">
                <a:moveTo>
                  <a:pt x="0" y="0"/>
                </a:moveTo>
                <a:lnTo>
                  <a:pt x="8462097" y="0"/>
                </a:lnTo>
                <a:lnTo>
                  <a:pt x="8462097" y="7923600"/>
                </a:lnTo>
                <a:lnTo>
                  <a:pt x="0" y="792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00975" y="2319926"/>
            <a:ext cx="677751" cy="67775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00975" y="4017591"/>
            <a:ext cx="677751" cy="6777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521479" y="-413826"/>
            <a:ext cx="2494479" cy="2494479"/>
          </a:xfrm>
          <a:custGeom>
            <a:avLst/>
            <a:gdLst/>
            <a:ahLst/>
            <a:cxnLst/>
            <a:rect r="r" b="b" t="t" l="l"/>
            <a:pathLst>
              <a:path h="2494479" w="2494479">
                <a:moveTo>
                  <a:pt x="0" y="0"/>
                </a:moveTo>
                <a:lnTo>
                  <a:pt x="2494478" y="0"/>
                </a:lnTo>
                <a:lnTo>
                  <a:pt x="2494478" y="2494479"/>
                </a:lnTo>
                <a:lnTo>
                  <a:pt x="0" y="2494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25760" y="1256800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3"/>
                </a:lnTo>
                <a:lnTo>
                  <a:pt x="2359993" y="823853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901945" y="574331"/>
            <a:ext cx="2908065" cy="518164"/>
          </a:xfrm>
          <a:custGeom>
            <a:avLst/>
            <a:gdLst/>
            <a:ahLst/>
            <a:cxnLst/>
            <a:rect r="r" b="b" t="t" l="l"/>
            <a:pathLst>
              <a:path h="518164" w="2908065">
                <a:moveTo>
                  <a:pt x="2908065" y="0"/>
                </a:moveTo>
                <a:lnTo>
                  <a:pt x="0" y="0"/>
                </a:lnTo>
                <a:lnTo>
                  <a:pt x="0" y="518164"/>
                </a:lnTo>
                <a:lnTo>
                  <a:pt x="2908065" y="518164"/>
                </a:lnTo>
                <a:lnTo>
                  <a:pt x="29080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91893" y="8914416"/>
            <a:ext cx="4718258" cy="1372584"/>
          </a:xfrm>
          <a:custGeom>
            <a:avLst/>
            <a:gdLst/>
            <a:ahLst/>
            <a:cxnLst/>
            <a:rect r="r" b="b" t="t" l="l"/>
            <a:pathLst>
              <a:path h="1372584" w="4718258">
                <a:moveTo>
                  <a:pt x="0" y="0"/>
                </a:moveTo>
                <a:lnTo>
                  <a:pt x="4718258" y="0"/>
                </a:lnTo>
                <a:lnTo>
                  <a:pt x="4718258" y="1372584"/>
                </a:lnTo>
                <a:lnTo>
                  <a:pt x="0" y="1372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80484" y="421931"/>
            <a:ext cx="6054336" cy="17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MECANICAS BASICAS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12102" y="1850129"/>
            <a:ext cx="568156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Combate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Combate melee basado en rango y tipo de heroe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Daño con “targeting mode” en ciertas cartas especiales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Daño a distancia con habilidades especiales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Daño en area con habilidades especiales</a:t>
            </a:r>
          </a:p>
          <a:p>
            <a:pPr algn="l">
              <a:lnSpc>
                <a:spcPts val="21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91795" y="249592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12102" y="3680244"/>
            <a:ext cx="5889843" cy="159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Progresion de dificultad</a:t>
            </a:r>
          </a:p>
          <a:p>
            <a:pPr algn="l" marL="324754" indent="-162377" lvl="1">
              <a:lnSpc>
                <a:spcPts val="2105"/>
              </a:lnSpc>
              <a:buFont typeface="Arial"/>
              <a:buChar char="•"/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Dificultad progresa por stage  </a:t>
            </a:r>
          </a:p>
          <a:p>
            <a:pPr algn="l" marL="324754" indent="-162377" lvl="1">
              <a:lnSpc>
                <a:spcPts val="2105"/>
              </a:lnSpc>
              <a:buFont typeface="Arial"/>
              <a:buChar char="•"/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completar un stage se le otorga al jugador una opcion de 3 cartas proporcionadas al azar de su deck</a:t>
            </a:r>
          </a:p>
          <a:p>
            <a:pPr algn="l" marL="324754" indent="-162377" lvl="1">
              <a:lnSpc>
                <a:spcPts val="2105"/>
              </a:lnSpc>
              <a:buFont typeface="Arial"/>
              <a:buChar char="•"/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mejoras se pierden al acabar el raid con excepcion de la experiencia ganada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91795" y="409873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00975" y="5828816"/>
            <a:ext cx="677751" cy="67775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012102" y="5508938"/>
            <a:ext cx="568156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Desbloqueo de Cartas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Basado en rarezas de cartas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 lootbox tiene diferentes costos y porcentajes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carta se guarda en tu inventario y la puedes poner  o no en tu deck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91795" y="600481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00975" y="7275034"/>
            <a:ext cx="677751" cy="67775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12102" y="7071038"/>
            <a:ext cx="5889843" cy="105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armar mazo</a:t>
            </a:r>
          </a:p>
          <a:p>
            <a:pPr algn="l" marL="324754" indent="-162377" lvl="1">
              <a:lnSpc>
                <a:spcPts val="2105"/>
              </a:lnSpc>
              <a:buFont typeface="Arial"/>
              <a:buChar char="•"/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armas a partir de las cartas que vayas desbloqueando. </a:t>
            </a:r>
          </a:p>
          <a:p>
            <a:pPr algn="l" marL="324754" indent="-162377" lvl="1">
              <a:lnSpc>
                <a:spcPts val="2105"/>
              </a:lnSpc>
              <a:buFont typeface="Arial"/>
              <a:buChar char="•"/>
            </a:pPr>
            <a:r>
              <a:rPr lang="en-US" sz="15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Puedes armar un deck acorde a tu estilo de juego o acorde a uno que quieras experimentar.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91795" y="7356178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00975" y="8724310"/>
            <a:ext cx="677751" cy="6777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012102" y="8611486"/>
            <a:ext cx="568156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Habilidades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Defensiva y Ofensiva, diferente para cada heroe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 una tiene un cooldown para volver a usarse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91795" y="8900308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9144000" y="0"/>
                </a:moveTo>
                <a:lnTo>
                  <a:pt x="0" y="0"/>
                </a:lnTo>
                <a:lnTo>
                  <a:pt x="0" y="1379913"/>
                </a:lnTo>
                <a:lnTo>
                  <a:pt x="9144000" y="137991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4722" y="4628850"/>
            <a:ext cx="3775529" cy="5658150"/>
          </a:xfrm>
          <a:custGeom>
            <a:avLst/>
            <a:gdLst/>
            <a:ahLst/>
            <a:cxnLst/>
            <a:rect r="r" b="b" t="t" l="l"/>
            <a:pathLst>
              <a:path h="5658150" w="3775529">
                <a:moveTo>
                  <a:pt x="0" y="0"/>
                </a:moveTo>
                <a:lnTo>
                  <a:pt x="3775529" y="0"/>
                </a:lnTo>
                <a:lnTo>
                  <a:pt x="3775529" y="5658150"/>
                </a:lnTo>
                <a:lnTo>
                  <a:pt x="0" y="565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1429" y="8439714"/>
            <a:ext cx="1027763" cy="1847286"/>
          </a:xfrm>
          <a:custGeom>
            <a:avLst/>
            <a:gdLst/>
            <a:ahLst/>
            <a:cxnLst/>
            <a:rect r="r" b="b" t="t" l="l"/>
            <a:pathLst>
              <a:path h="1847286" w="1027763">
                <a:moveTo>
                  <a:pt x="0" y="0"/>
                </a:moveTo>
                <a:lnTo>
                  <a:pt x="1027763" y="0"/>
                </a:lnTo>
                <a:lnTo>
                  <a:pt x="1027763" y="1847286"/>
                </a:lnTo>
                <a:lnTo>
                  <a:pt x="0" y="184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38482" y="6172200"/>
            <a:ext cx="2311769" cy="4114800"/>
          </a:xfrm>
          <a:custGeom>
            <a:avLst/>
            <a:gdLst/>
            <a:ahLst/>
            <a:cxnLst/>
            <a:rect r="r" b="b" t="t" l="l"/>
            <a:pathLst>
              <a:path h="4114800" w="2311769">
                <a:moveTo>
                  <a:pt x="0" y="0"/>
                </a:moveTo>
                <a:lnTo>
                  <a:pt x="2311769" y="0"/>
                </a:lnTo>
                <a:lnTo>
                  <a:pt x="2311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77629" y="8744775"/>
            <a:ext cx="3249899" cy="1542225"/>
          </a:xfrm>
          <a:custGeom>
            <a:avLst/>
            <a:gdLst/>
            <a:ahLst/>
            <a:cxnLst/>
            <a:rect r="r" b="b" t="t" l="l"/>
            <a:pathLst>
              <a:path h="1542225" w="3249899">
                <a:moveTo>
                  <a:pt x="0" y="0"/>
                </a:moveTo>
                <a:lnTo>
                  <a:pt x="3249899" y="0"/>
                </a:lnTo>
                <a:lnTo>
                  <a:pt x="3249899" y="1542225"/>
                </a:lnTo>
                <a:lnTo>
                  <a:pt x="0" y="1542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18873" y="3073876"/>
            <a:ext cx="677751" cy="6777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8873" y="4267716"/>
            <a:ext cx="677751" cy="67775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18873" y="5461556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6681517" y="409711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425333" y="562555"/>
            <a:ext cx="2908065" cy="518164"/>
          </a:xfrm>
          <a:custGeom>
            <a:avLst/>
            <a:gdLst/>
            <a:ahLst/>
            <a:cxnLst/>
            <a:rect r="r" b="b" t="t" l="l"/>
            <a:pathLst>
              <a:path h="518164" w="2908065">
                <a:moveTo>
                  <a:pt x="0" y="0"/>
                </a:moveTo>
                <a:lnTo>
                  <a:pt x="2908066" y="0"/>
                </a:lnTo>
                <a:lnTo>
                  <a:pt x="2908066" y="518164"/>
                </a:lnTo>
                <a:lnTo>
                  <a:pt x="0" y="5181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09693" y="1286352"/>
            <a:ext cx="6335190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PESTAÑAS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8561" y="3047215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Menu con Intro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9693" y="324987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9693" y="444371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9693" y="563755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8561" y="4258293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Juego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18561" y="5452133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Tutorial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18873" y="6537657"/>
            <a:ext cx="677751" cy="67775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18873" y="7731497"/>
            <a:ext cx="677751" cy="67775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22031" y="816152"/>
            <a:ext cx="677751" cy="67775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718561" y="6510996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Cards Unlock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09693" y="6713655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09693" y="7907495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12851" y="99215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18561" y="7722074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Cards Deck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21719" y="806730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 Leaderboard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323391" y="4486069"/>
            <a:ext cx="3775529" cy="5658150"/>
          </a:xfrm>
          <a:custGeom>
            <a:avLst/>
            <a:gdLst/>
            <a:ahLst/>
            <a:cxnLst/>
            <a:rect r="r" b="b" t="t" l="l"/>
            <a:pathLst>
              <a:path h="5658150" w="3775529">
                <a:moveTo>
                  <a:pt x="0" y="0"/>
                </a:moveTo>
                <a:lnTo>
                  <a:pt x="3775529" y="0"/>
                </a:lnTo>
                <a:lnTo>
                  <a:pt x="3775529" y="5658150"/>
                </a:lnTo>
                <a:lnTo>
                  <a:pt x="0" y="565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722031" y="2122553"/>
            <a:ext cx="677751" cy="67775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22031" y="3316393"/>
            <a:ext cx="677751" cy="677751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22031" y="4510233"/>
            <a:ext cx="677751" cy="67775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821719" y="2095892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Story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12851" y="2298551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12851" y="3492391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12851" y="4686231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821719" y="3306970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Settings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821719" y="4500810"/>
            <a:ext cx="6437581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Login/Create Account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722031" y="5586334"/>
            <a:ext cx="677751" cy="677751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22031" y="6780174"/>
            <a:ext cx="677751" cy="677751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821719" y="5559673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Stats/Log off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812851" y="576233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812851" y="695617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21719" y="6770751"/>
            <a:ext cx="434392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Admin Panel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722031" y="7896075"/>
            <a:ext cx="677751" cy="677751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812851" y="807207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821719" y="7886652"/>
            <a:ext cx="5230677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Graphs (Only Admin)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1324" y="467292"/>
            <a:ext cx="2928226" cy="9820269"/>
          </a:xfrm>
          <a:custGeom>
            <a:avLst/>
            <a:gdLst/>
            <a:ahLst/>
            <a:cxnLst/>
            <a:rect r="r" b="b" t="t" l="l"/>
            <a:pathLst>
              <a:path h="9820269" w="2928226">
                <a:moveTo>
                  <a:pt x="0" y="0"/>
                </a:moveTo>
                <a:lnTo>
                  <a:pt x="2928226" y="0"/>
                </a:lnTo>
                <a:lnTo>
                  <a:pt x="2928226" y="9820268"/>
                </a:lnTo>
                <a:lnTo>
                  <a:pt x="0" y="982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6404" y="467292"/>
            <a:ext cx="1821213" cy="9820269"/>
          </a:xfrm>
          <a:custGeom>
            <a:avLst/>
            <a:gdLst/>
            <a:ahLst/>
            <a:cxnLst/>
            <a:rect r="r" b="b" t="t" l="l"/>
            <a:pathLst>
              <a:path h="9820269" w="1821213">
                <a:moveTo>
                  <a:pt x="0" y="0"/>
                </a:moveTo>
                <a:lnTo>
                  <a:pt x="1821214" y="0"/>
                </a:lnTo>
                <a:lnTo>
                  <a:pt x="1821214" y="9820268"/>
                </a:lnTo>
                <a:lnTo>
                  <a:pt x="0" y="9820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739246" y="4629410"/>
            <a:ext cx="3775529" cy="5658150"/>
          </a:xfrm>
          <a:custGeom>
            <a:avLst/>
            <a:gdLst/>
            <a:ahLst/>
            <a:cxnLst/>
            <a:rect r="r" b="b" t="t" l="l"/>
            <a:pathLst>
              <a:path h="5658150" w="3775529">
                <a:moveTo>
                  <a:pt x="3775530" y="0"/>
                </a:moveTo>
                <a:lnTo>
                  <a:pt x="0" y="0"/>
                </a:lnTo>
                <a:lnTo>
                  <a:pt x="0" y="5658150"/>
                </a:lnTo>
                <a:lnTo>
                  <a:pt x="3775530" y="5658150"/>
                </a:lnTo>
                <a:lnTo>
                  <a:pt x="37755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03889" y="4417196"/>
            <a:ext cx="6269322" cy="5870365"/>
          </a:xfrm>
          <a:custGeom>
            <a:avLst/>
            <a:gdLst/>
            <a:ahLst/>
            <a:cxnLst/>
            <a:rect r="r" b="b" t="t" l="l"/>
            <a:pathLst>
              <a:path h="5870365" w="6269322">
                <a:moveTo>
                  <a:pt x="0" y="0"/>
                </a:moveTo>
                <a:lnTo>
                  <a:pt x="6269321" y="0"/>
                </a:lnTo>
                <a:lnTo>
                  <a:pt x="6269321" y="5870364"/>
                </a:lnTo>
                <a:lnTo>
                  <a:pt x="0" y="5870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6726" y="6682083"/>
            <a:ext cx="2025308" cy="3604917"/>
          </a:xfrm>
          <a:custGeom>
            <a:avLst/>
            <a:gdLst/>
            <a:ahLst/>
            <a:cxnLst/>
            <a:rect r="r" b="b" t="t" l="l"/>
            <a:pathLst>
              <a:path h="3604917" w="2025308">
                <a:moveTo>
                  <a:pt x="0" y="0"/>
                </a:moveTo>
                <a:lnTo>
                  <a:pt x="2025308" y="0"/>
                </a:lnTo>
                <a:lnTo>
                  <a:pt x="2025308" y="3604917"/>
                </a:lnTo>
                <a:lnTo>
                  <a:pt x="0" y="3604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32659" y="9265023"/>
            <a:ext cx="4718258" cy="1372584"/>
          </a:xfrm>
          <a:custGeom>
            <a:avLst/>
            <a:gdLst/>
            <a:ahLst/>
            <a:cxnLst/>
            <a:rect r="r" b="b" t="t" l="l"/>
            <a:pathLst>
              <a:path h="1372584" w="4718258">
                <a:moveTo>
                  <a:pt x="0" y="0"/>
                </a:moveTo>
                <a:lnTo>
                  <a:pt x="4718258" y="0"/>
                </a:lnTo>
                <a:lnTo>
                  <a:pt x="4718258" y="1372584"/>
                </a:lnTo>
                <a:lnTo>
                  <a:pt x="0" y="13725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207018" y="1549607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25333" y="562555"/>
            <a:ext cx="2908065" cy="518164"/>
          </a:xfrm>
          <a:custGeom>
            <a:avLst/>
            <a:gdLst/>
            <a:ahLst/>
            <a:cxnLst/>
            <a:rect r="r" b="b" t="t" l="l"/>
            <a:pathLst>
              <a:path h="518164" w="2908065">
                <a:moveTo>
                  <a:pt x="0" y="0"/>
                </a:moveTo>
                <a:lnTo>
                  <a:pt x="2908066" y="0"/>
                </a:lnTo>
                <a:lnTo>
                  <a:pt x="2908066" y="518164"/>
                </a:lnTo>
                <a:lnTo>
                  <a:pt x="0" y="5181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669535" y="3132283"/>
            <a:ext cx="1914952" cy="341210"/>
          </a:xfrm>
          <a:custGeom>
            <a:avLst/>
            <a:gdLst/>
            <a:ahLst/>
            <a:cxnLst/>
            <a:rect r="r" b="b" t="t" l="l"/>
            <a:pathLst>
              <a:path h="341210" w="1914952">
                <a:moveTo>
                  <a:pt x="1914952" y="0"/>
                </a:moveTo>
                <a:lnTo>
                  <a:pt x="0" y="0"/>
                </a:lnTo>
                <a:lnTo>
                  <a:pt x="0" y="341209"/>
                </a:lnTo>
                <a:lnTo>
                  <a:pt x="1914952" y="341209"/>
                </a:lnTo>
                <a:lnTo>
                  <a:pt x="1914952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32149" y="1233523"/>
            <a:ext cx="6054336" cy="17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2733" y="3519131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Heroes y sus estadisticas baser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2733" y="4712971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2733" y="5847132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Estadisticas por usuario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26470" y="3352658"/>
            <a:ext cx="677751" cy="6777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26470" y="4546498"/>
            <a:ext cx="677751" cy="67775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26470" y="5740339"/>
            <a:ext cx="677751" cy="67775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17290" y="352865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7290" y="472249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7290" y="591633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2733" y="7084130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Cartas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26470" y="6947496"/>
            <a:ext cx="677751" cy="6777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17290" y="712349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82733" y="8242893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26470" y="8106260"/>
            <a:ext cx="677751" cy="67775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17290" y="828225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82733" y="9225443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Coleccion de cartas por usuario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26470" y="9088810"/>
            <a:ext cx="677751" cy="67775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17290" y="9264808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58984" y="3519131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Decks de usuarios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58984" y="4712971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Cartas en runs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58984" y="5847132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Buffs activos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202721" y="3352658"/>
            <a:ext cx="677751" cy="677751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202721" y="4546498"/>
            <a:ext cx="677751" cy="67775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28A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202721" y="5740339"/>
            <a:ext cx="677751" cy="67775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5C5C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293541" y="352865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293541" y="472249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293541" y="591633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58984" y="6979667"/>
            <a:ext cx="4077365" cy="3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  <a:spcBef>
                <a:spcPct val="0"/>
              </a:spcBef>
            </a:pPr>
            <a:r>
              <a:rPr lang="en-US" sz="217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Connection logs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202721" y="6813194"/>
            <a:ext cx="677751" cy="677751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004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7293541" y="698919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4858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0" y="0"/>
                </a:moveTo>
                <a:lnTo>
                  <a:pt x="2023142" y="0"/>
                </a:lnTo>
                <a:lnTo>
                  <a:pt x="2023142" y="7673987"/>
                </a:lnTo>
                <a:lnTo>
                  <a:pt x="0" y="76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8974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0" y="0"/>
                </a:moveTo>
                <a:lnTo>
                  <a:pt x="2104159" y="0"/>
                </a:lnTo>
                <a:lnTo>
                  <a:pt x="210415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284867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2104159" y="0"/>
                </a:moveTo>
                <a:lnTo>
                  <a:pt x="0" y="0"/>
                </a:lnTo>
                <a:lnTo>
                  <a:pt x="0" y="9258300"/>
                </a:lnTo>
                <a:lnTo>
                  <a:pt x="2104159" y="9258300"/>
                </a:lnTo>
                <a:lnTo>
                  <a:pt x="21041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2023142" y="0"/>
                </a:moveTo>
                <a:lnTo>
                  <a:pt x="0" y="0"/>
                </a:lnTo>
                <a:lnTo>
                  <a:pt x="0" y="7673987"/>
                </a:lnTo>
                <a:lnTo>
                  <a:pt x="2023142" y="7673987"/>
                </a:lnTo>
                <a:lnTo>
                  <a:pt x="2023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29606" y="1057562"/>
            <a:ext cx="4028788" cy="4028788"/>
          </a:xfrm>
          <a:custGeom>
            <a:avLst/>
            <a:gdLst/>
            <a:ahLst/>
            <a:cxnLst/>
            <a:rect r="r" b="b" t="t" l="l"/>
            <a:pathLst>
              <a:path h="4028788" w="4028788">
                <a:moveTo>
                  <a:pt x="0" y="0"/>
                </a:moveTo>
                <a:lnTo>
                  <a:pt x="4028788" y="0"/>
                </a:lnTo>
                <a:lnTo>
                  <a:pt x="4028788" y="4028788"/>
                </a:lnTo>
                <a:lnTo>
                  <a:pt x="0" y="4028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57771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0" y="0"/>
                </a:moveTo>
                <a:lnTo>
                  <a:pt x="1885631" y="0"/>
                </a:lnTo>
                <a:lnTo>
                  <a:pt x="1885631" y="658257"/>
                </a:lnTo>
                <a:lnTo>
                  <a:pt x="0" y="658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144598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1885631" y="0"/>
                </a:moveTo>
                <a:lnTo>
                  <a:pt x="0" y="0"/>
                </a:lnTo>
                <a:lnTo>
                  <a:pt x="0" y="658257"/>
                </a:lnTo>
                <a:lnTo>
                  <a:pt x="1885631" y="658257"/>
                </a:lnTo>
                <a:lnTo>
                  <a:pt x="188563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11215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0" y="0"/>
                </a:moveTo>
                <a:lnTo>
                  <a:pt x="2996082" y="0"/>
                </a:lnTo>
                <a:lnTo>
                  <a:pt x="2996082" y="533847"/>
                </a:lnTo>
                <a:lnTo>
                  <a:pt x="0" y="533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003133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2996082" y="0"/>
                </a:moveTo>
                <a:lnTo>
                  <a:pt x="0" y="0"/>
                </a:lnTo>
                <a:lnTo>
                  <a:pt x="0" y="533847"/>
                </a:lnTo>
                <a:lnTo>
                  <a:pt x="2996082" y="533847"/>
                </a:lnTo>
                <a:lnTo>
                  <a:pt x="299608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28251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0" y="0"/>
                </a:moveTo>
                <a:lnTo>
                  <a:pt x="2569789" y="0"/>
                </a:lnTo>
                <a:lnTo>
                  <a:pt x="2569789" y="747575"/>
                </a:lnTo>
                <a:lnTo>
                  <a:pt x="0" y="747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689960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2569789" y="0"/>
                </a:moveTo>
                <a:lnTo>
                  <a:pt x="0" y="0"/>
                </a:lnTo>
                <a:lnTo>
                  <a:pt x="0" y="747575"/>
                </a:lnTo>
                <a:lnTo>
                  <a:pt x="2569789" y="747575"/>
                </a:lnTo>
                <a:lnTo>
                  <a:pt x="256978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5089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0" y="0"/>
                </a:moveTo>
                <a:lnTo>
                  <a:pt x="2599346" y="0"/>
                </a:lnTo>
                <a:lnTo>
                  <a:pt x="2599346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413776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2599346" y="0"/>
                </a:moveTo>
                <a:lnTo>
                  <a:pt x="0" y="0"/>
                </a:lnTo>
                <a:lnTo>
                  <a:pt x="0" y="2599346"/>
                </a:lnTo>
                <a:lnTo>
                  <a:pt x="2599346" y="2599346"/>
                </a:lnTo>
                <a:lnTo>
                  <a:pt x="259934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17623" y="9407784"/>
            <a:ext cx="1852754" cy="879216"/>
          </a:xfrm>
          <a:custGeom>
            <a:avLst/>
            <a:gdLst/>
            <a:ahLst/>
            <a:cxnLst/>
            <a:rect r="r" b="b" t="t" l="l"/>
            <a:pathLst>
              <a:path h="879216" w="1852754">
                <a:moveTo>
                  <a:pt x="0" y="0"/>
                </a:moveTo>
                <a:lnTo>
                  <a:pt x="1852754" y="0"/>
                </a:lnTo>
                <a:lnTo>
                  <a:pt x="1852754" y="879216"/>
                </a:lnTo>
                <a:lnTo>
                  <a:pt x="0" y="8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42069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0" y="0"/>
                </a:moveTo>
                <a:lnTo>
                  <a:pt x="1826746" y="0"/>
                </a:lnTo>
                <a:lnTo>
                  <a:pt x="1826746" y="657628"/>
                </a:lnTo>
                <a:lnTo>
                  <a:pt x="0" y="657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2059" y="9420673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0" y="0"/>
                </a:moveTo>
                <a:lnTo>
                  <a:pt x="2268953" y="0"/>
                </a:lnTo>
                <a:lnTo>
                  <a:pt x="2268953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0919185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1826746" y="0"/>
                </a:moveTo>
                <a:lnTo>
                  <a:pt x="0" y="0"/>
                </a:lnTo>
                <a:lnTo>
                  <a:pt x="0" y="657628"/>
                </a:lnTo>
                <a:lnTo>
                  <a:pt x="1826746" y="657628"/>
                </a:lnTo>
                <a:lnTo>
                  <a:pt x="182674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4816988" y="9407784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2268953" y="0"/>
                </a:moveTo>
                <a:lnTo>
                  <a:pt x="0" y="0"/>
                </a:lnTo>
                <a:lnTo>
                  <a:pt x="0" y="866328"/>
                </a:lnTo>
                <a:lnTo>
                  <a:pt x="2268953" y="866328"/>
                </a:lnTo>
                <a:lnTo>
                  <a:pt x="2268953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336946" y="1611085"/>
            <a:ext cx="11841234" cy="161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sz="6398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REFLEXION </a:t>
            </a:r>
          </a:p>
          <a:p>
            <a:pPr algn="ctr">
              <a:lnSpc>
                <a:spcPts val="5950"/>
              </a:lnSpc>
            </a:pPr>
            <a:r>
              <a:rPr lang="en-US" sz="6398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GRUPAL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14653" y="3977005"/>
            <a:ext cx="9858694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este proyecto aprendimos de la colaboracion en un grupo y el como dividirnos para poder hacer un proyecto grande y complejo. Aprendimos que el tener una mentalidad de trabajo com olo fue SCRUM si ayuda mucho a hacer un poryecto grande y que no haya tantos problemas.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Aprendimos a trabajar en precision de forma eficiente y la enseñanza mas importante, que talvez el verdadero videojuego que hicimos no fue el juego en si, si no los amigos que hicimos en el camino.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4858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0" y="0"/>
                </a:moveTo>
                <a:lnTo>
                  <a:pt x="2023142" y="0"/>
                </a:lnTo>
                <a:lnTo>
                  <a:pt x="2023142" y="7673987"/>
                </a:lnTo>
                <a:lnTo>
                  <a:pt x="0" y="76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8974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0" y="0"/>
                </a:moveTo>
                <a:lnTo>
                  <a:pt x="2104159" y="0"/>
                </a:lnTo>
                <a:lnTo>
                  <a:pt x="210415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284867" y="1028700"/>
            <a:ext cx="2104159" cy="9258300"/>
          </a:xfrm>
          <a:custGeom>
            <a:avLst/>
            <a:gdLst/>
            <a:ahLst/>
            <a:cxnLst/>
            <a:rect r="r" b="b" t="t" l="l"/>
            <a:pathLst>
              <a:path h="9258300" w="2104159">
                <a:moveTo>
                  <a:pt x="2104159" y="0"/>
                </a:moveTo>
                <a:lnTo>
                  <a:pt x="0" y="0"/>
                </a:lnTo>
                <a:lnTo>
                  <a:pt x="0" y="9258300"/>
                </a:lnTo>
                <a:lnTo>
                  <a:pt x="2104159" y="9258300"/>
                </a:lnTo>
                <a:lnTo>
                  <a:pt x="21041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2613013"/>
            <a:ext cx="2023142" cy="7673987"/>
          </a:xfrm>
          <a:custGeom>
            <a:avLst/>
            <a:gdLst/>
            <a:ahLst/>
            <a:cxnLst/>
            <a:rect r="r" b="b" t="t" l="l"/>
            <a:pathLst>
              <a:path h="7673987" w="2023142">
                <a:moveTo>
                  <a:pt x="2023142" y="0"/>
                </a:moveTo>
                <a:lnTo>
                  <a:pt x="0" y="0"/>
                </a:lnTo>
                <a:lnTo>
                  <a:pt x="0" y="7673987"/>
                </a:lnTo>
                <a:lnTo>
                  <a:pt x="2023142" y="7673987"/>
                </a:lnTo>
                <a:lnTo>
                  <a:pt x="2023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29606" y="1057562"/>
            <a:ext cx="4028788" cy="4028788"/>
          </a:xfrm>
          <a:custGeom>
            <a:avLst/>
            <a:gdLst/>
            <a:ahLst/>
            <a:cxnLst/>
            <a:rect r="r" b="b" t="t" l="l"/>
            <a:pathLst>
              <a:path h="4028788" w="4028788">
                <a:moveTo>
                  <a:pt x="0" y="0"/>
                </a:moveTo>
                <a:lnTo>
                  <a:pt x="4028788" y="0"/>
                </a:lnTo>
                <a:lnTo>
                  <a:pt x="4028788" y="4028788"/>
                </a:lnTo>
                <a:lnTo>
                  <a:pt x="0" y="4028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57771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0" y="0"/>
                </a:moveTo>
                <a:lnTo>
                  <a:pt x="1885631" y="0"/>
                </a:lnTo>
                <a:lnTo>
                  <a:pt x="1885631" y="658257"/>
                </a:lnTo>
                <a:lnTo>
                  <a:pt x="0" y="658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144598" y="1710223"/>
            <a:ext cx="1885630" cy="658256"/>
          </a:xfrm>
          <a:custGeom>
            <a:avLst/>
            <a:gdLst/>
            <a:ahLst/>
            <a:cxnLst/>
            <a:rect r="r" b="b" t="t" l="l"/>
            <a:pathLst>
              <a:path h="658256" w="1885630">
                <a:moveTo>
                  <a:pt x="1885631" y="0"/>
                </a:moveTo>
                <a:lnTo>
                  <a:pt x="0" y="0"/>
                </a:lnTo>
                <a:lnTo>
                  <a:pt x="0" y="658257"/>
                </a:lnTo>
                <a:lnTo>
                  <a:pt x="1885631" y="658257"/>
                </a:lnTo>
                <a:lnTo>
                  <a:pt x="188563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11215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0" y="0"/>
                </a:moveTo>
                <a:lnTo>
                  <a:pt x="2996082" y="0"/>
                </a:lnTo>
                <a:lnTo>
                  <a:pt x="2996082" y="533847"/>
                </a:lnTo>
                <a:lnTo>
                  <a:pt x="0" y="533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003133" y="631973"/>
            <a:ext cx="2996082" cy="533847"/>
          </a:xfrm>
          <a:custGeom>
            <a:avLst/>
            <a:gdLst/>
            <a:ahLst/>
            <a:cxnLst/>
            <a:rect r="r" b="b" t="t" l="l"/>
            <a:pathLst>
              <a:path h="533847" w="2996082">
                <a:moveTo>
                  <a:pt x="2996082" y="0"/>
                </a:moveTo>
                <a:lnTo>
                  <a:pt x="0" y="0"/>
                </a:lnTo>
                <a:lnTo>
                  <a:pt x="0" y="533847"/>
                </a:lnTo>
                <a:lnTo>
                  <a:pt x="2996082" y="533847"/>
                </a:lnTo>
                <a:lnTo>
                  <a:pt x="299608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28251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0" y="0"/>
                </a:moveTo>
                <a:lnTo>
                  <a:pt x="2569789" y="0"/>
                </a:lnTo>
                <a:lnTo>
                  <a:pt x="2569789" y="747575"/>
                </a:lnTo>
                <a:lnTo>
                  <a:pt x="0" y="747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689960" y="9539425"/>
            <a:ext cx="2569790" cy="747575"/>
          </a:xfrm>
          <a:custGeom>
            <a:avLst/>
            <a:gdLst/>
            <a:ahLst/>
            <a:cxnLst/>
            <a:rect r="r" b="b" t="t" l="l"/>
            <a:pathLst>
              <a:path h="747575" w="2569790">
                <a:moveTo>
                  <a:pt x="2569789" y="0"/>
                </a:moveTo>
                <a:lnTo>
                  <a:pt x="0" y="0"/>
                </a:lnTo>
                <a:lnTo>
                  <a:pt x="0" y="747575"/>
                </a:lnTo>
                <a:lnTo>
                  <a:pt x="2569789" y="747575"/>
                </a:lnTo>
                <a:lnTo>
                  <a:pt x="256978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5089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0" y="0"/>
                </a:moveTo>
                <a:lnTo>
                  <a:pt x="2599346" y="0"/>
                </a:lnTo>
                <a:lnTo>
                  <a:pt x="2599346" y="2599346"/>
                </a:lnTo>
                <a:lnTo>
                  <a:pt x="0" y="25993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4137762" y="7687654"/>
            <a:ext cx="2599346" cy="2599346"/>
          </a:xfrm>
          <a:custGeom>
            <a:avLst/>
            <a:gdLst/>
            <a:ahLst/>
            <a:cxnLst/>
            <a:rect r="r" b="b" t="t" l="l"/>
            <a:pathLst>
              <a:path h="2599346" w="2599346">
                <a:moveTo>
                  <a:pt x="2599346" y="0"/>
                </a:moveTo>
                <a:lnTo>
                  <a:pt x="0" y="0"/>
                </a:lnTo>
                <a:lnTo>
                  <a:pt x="0" y="2599346"/>
                </a:lnTo>
                <a:lnTo>
                  <a:pt x="2599346" y="2599346"/>
                </a:lnTo>
                <a:lnTo>
                  <a:pt x="259934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17623" y="9407784"/>
            <a:ext cx="1852754" cy="879216"/>
          </a:xfrm>
          <a:custGeom>
            <a:avLst/>
            <a:gdLst/>
            <a:ahLst/>
            <a:cxnLst/>
            <a:rect r="r" b="b" t="t" l="l"/>
            <a:pathLst>
              <a:path h="879216" w="1852754">
                <a:moveTo>
                  <a:pt x="0" y="0"/>
                </a:moveTo>
                <a:lnTo>
                  <a:pt x="1852754" y="0"/>
                </a:lnTo>
                <a:lnTo>
                  <a:pt x="1852754" y="879216"/>
                </a:lnTo>
                <a:lnTo>
                  <a:pt x="0" y="8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42069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0" y="0"/>
                </a:moveTo>
                <a:lnTo>
                  <a:pt x="1826746" y="0"/>
                </a:lnTo>
                <a:lnTo>
                  <a:pt x="1826746" y="657628"/>
                </a:lnTo>
                <a:lnTo>
                  <a:pt x="0" y="657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2059" y="9420673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0" y="0"/>
                </a:moveTo>
                <a:lnTo>
                  <a:pt x="2268953" y="0"/>
                </a:lnTo>
                <a:lnTo>
                  <a:pt x="2268953" y="866327"/>
                </a:lnTo>
                <a:lnTo>
                  <a:pt x="0" y="8663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0919185" y="9629372"/>
            <a:ext cx="1826745" cy="657628"/>
          </a:xfrm>
          <a:custGeom>
            <a:avLst/>
            <a:gdLst/>
            <a:ahLst/>
            <a:cxnLst/>
            <a:rect r="r" b="b" t="t" l="l"/>
            <a:pathLst>
              <a:path h="657628" w="1826745">
                <a:moveTo>
                  <a:pt x="1826746" y="0"/>
                </a:moveTo>
                <a:lnTo>
                  <a:pt x="0" y="0"/>
                </a:lnTo>
                <a:lnTo>
                  <a:pt x="0" y="657628"/>
                </a:lnTo>
                <a:lnTo>
                  <a:pt x="1826746" y="657628"/>
                </a:lnTo>
                <a:lnTo>
                  <a:pt x="182674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4816988" y="9407784"/>
            <a:ext cx="2268953" cy="866327"/>
          </a:xfrm>
          <a:custGeom>
            <a:avLst/>
            <a:gdLst/>
            <a:ahLst/>
            <a:cxnLst/>
            <a:rect r="r" b="b" t="t" l="l"/>
            <a:pathLst>
              <a:path h="866327" w="2268953">
                <a:moveTo>
                  <a:pt x="2268953" y="0"/>
                </a:moveTo>
                <a:lnTo>
                  <a:pt x="0" y="0"/>
                </a:lnTo>
                <a:lnTo>
                  <a:pt x="0" y="866328"/>
                </a:lnTo>
                <a:lnTo>
                  <a:pt x="2268953" y="866328"/>
                </a:lnTo>
                <a:lnTo>
                  <a:pt x="2268953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737108" y="5610340"/>
            <a:ext cx="4955257" cy="4663771"/>
          </a:xfrm>
          <a:custGeom>
            <a:avLst/>
            <a:gdLst/>
            <a:ahLst/>
            <a:cxnLst/>
            <a:rect r="r" b="b" t="t" l="l"/>
            <a:pathLst>
              <a:path h="4663771" w="4955257">
                <a:moveTo>
                  <a:pt x="0" y="0"/>
                </a:moveTo>
                <a:lnTo>
                  <a:pt x="4955257" y="0"/>
                </a:lnTo>
                <a:lnTo>
                  <a:pt x="4955257" y="4663772"/>
                </a:lnTo>
                <a:lnTo>
                  <a:pt x="0" y="46637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23383" y="3594529"/>
            <a:ext cx="11841234" cy="216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2"/>
              </a:lnSpc>
            </a:pPr>
            <a:r>
              <a:rPr lang="en-US" sz="1619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DAHC0dFGOVs</dc:identifier>
  <dcterms:modified xsi:type="dcterms:W3CDTF">2011-08-01T06:04:30Z</dcterms:modified>
  <cp:revision>1</cp:revision>
  <dc:title>Blue Illustration Game Presentation</dc:title>
</cp:coreProperties>
</file>